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sldIdLst>
    <p:sldId id="256" r:id="rId3"/>
    <p:sldId id="288" r:id="rId4"/>
    <p:sldId id="344" r:id="rId5"/>
    <p:sldId id="346" r:id="rId7"/>
    <p:sldId id="348" r:id="rId8"/>
    <p:sldId id="347" r:id="rId9"/>
    <p:sldId id="281" r:id="rId10"/>
  </p:sldIdLst>
  <p:sldSz cx="12192000" cy="6858000"/>
  <p:notesSz cx="9144000" cy="6858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606" autoAdjust="0"/>
    <p:restoredTop sz="94182" autoAdjust="0"/>
  </p:normalViewPr>
  <p:slideViewPr>
    <p:cSldViewPr showGuides="1">
      <p:cViewPr varScale="1">
        <p:scale>
          <a:sx n="77" d="100"/>
          <a:sy n="77" d="100"/>
        </p:scale>
        <p:origin x="1114" y="72"/>
      </p:cViewPr>
      <p:guideLst>
        <p:guide orient="horz" pos="288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notesMaster" Target="notesMasters/notesMaster1.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Дата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6134A877-1184-454A-93F7-04FC0DB4DF52}" type="datetimeFigureOut">
              <a:rPr lang="en-US" smtClean="0"/>
            </a:fld>
            <a:endParaRPr lang="en-US"/>
          </a:p>
        </p:txBody>
      </p:sp>
      <p:sp>
        <p:nvSpPr>
          <p:cNvPr id="4" name="Образ слайда 3"/>
          <p:cNvSpPr>
            <a:spLocks noGrp="1" noRot="1" noChangeAspect="1"/>
          </p:cNvSpPr>
          <p:nvPr>
            <p:ph type="sldImg" idx="2"/>
          </p:nvPr>
        </p:nvSpPr>
        <p:spPr>
          <a:xfrm>
            <a:off x="2286000" y="514350"/>
            <a:ext cx="4572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Заметки 4"/>
          <p:cNvSpPr>
            <a:spLocks noGrp="1"/>
          </p:cNvSpPr>
          <p:nvPr>
            <p:ph type="body" sz="quarter" idx="3"/>
          </p:nvPr>
        </p:nvSpPr>
        <p:spPr>
          <a:xfrm>
            <a:off x="914400" y="3257550"/>
            <a:ext cx="7315200" cy="3086100"/>
          </a:xfrm>
          <a:prstGeom prst="rect">
            <a:avLst/>
          </a:prstGeom>
        </p:spPr>
        <p:txBody>
          <a:bodyPr vert="horz" lIns="91440" tIns="45720" rIns="91440" bIns="45720" rtlCol="0"/>
          <a:lstStyle/>
          <a:p>
            <a:pPr lvl="0"/>
            <a:r>
              <a:rPr lang="ru-RU"/>
              <a:t>Образец текста</a:t>
            </a:r>
            <a:endParaRPr lang="ru-RU"/>
          </a:p>
          <a:p>
            <a:pPr lvl="1"/>
            <a:r>
              <a:rPr lang="ru-RU"/>
              <a:t>Второй уровень</a:t>
            </a:r>
            <a:endParaRPr lang="ru-RU"/>
          </a:p>
          <a:p>
            <a:pPr lvl="2"/>
            <a:r>
              <a:rPr lang="ru-RU"/>
              <a:t>Третий уровень</a:t>
            </a:r>
            <a:endParaRPr lang="ru-RU"/>
          </a:p>
          <a:p>
            <a:pPr lvl="3"/>
            <a:r>
              <a:rPr lang="ru-RU"/>
              <a:t>Четвертый уровень</a:t>
            </a:r>
            <a:endParaRPr lang="ru-RU"/>
          </a:p>
          <a:p>
            <a:pPr lvl="4"/>
            <a:r>
              <a:rPr lang="ru-RU"/>
              <a:t>Пятый уровень</a:t>
            </a:r>
            <a:endParaRPr lang="en-US"/>
          </a:p>
        </p:txBody>
      </p:sp>
      <p:sp>
        <p:nvSpPr>
          <p:cNvPr id="6" name="Нижний колонтитул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en-US"/>
          </a:p>
        </p:txBody>
      </p:sp>
      <p:sp>
        <p:nvSpPr>
          <p:cNvPr id="7" name="Номер слайда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79A28501-6898-4295-A7DB-FD29BC953A29}"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79A28501-6898-4295-A7DB-FD29BC953A29}"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79A28501-6898-4295-A7DB-FD29BC953A29}"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tretch>
            <a:fillRect/>
          </a:stretch>
        </p:blipFill>
        <p:spPr>
          <a:xfrm>
            <a:off x="0" y="0"/>
            <a:ext cx="12208933" cy="6858000"/>
          </a:xfrm>
          <a:prstGeom prst="rect">
            <a:avLst/>
          </a:prstGeom>
          <a:noFill/>
          <a:ln w="9525">
            <a:noFill/>
          </a:ln>
        </p:spPr>
      </p:pic>
      <p:sp>
        <p:nvSpPr>
          <p:cNvPr id="2051" name="Rectangle 3"/>
          <p:cNvSpPr>
            <a:spLocks noGrp="1" noChangeArrowheads="1"/>
          </p:cNvSpPr>
          <p:nvPr>
            <p:ph type="ctrTitle"/>
          </p:nvPr>
        </p:nvSpPr>
        <p:spPr>
          <a:xfrm>
            <a:off x="624417" y="1196975"/>
            <a:ext cx="10943167" cy="1082675"/>
          </a:xfrm>
        </p:spPr>
        <p:txBody>
          <a:bodyPr/>
          <a:lstStyle>
            <a:lvl1pPr algn="ctr">
              <a:defRPr>
                <a:solidFill>
                  <a:schemeClr val="bg1"/>
                </a:solidFill>
              </a:defRPr>
            </a:lvl1pPr>
          </a:lstStyle>
          <a:p>
            <a:pPr lvl="0"/>
            <a:r>
              <a:rPr lang="en-US" altLang="zh-CN" noProof="0" smtClean="0"/>
              <a:t>Click to edit Master title style</a:t>
            </a:r>
            <a:endParaRPr lang="en-US" altLang="zh-CN" noProof="0" smtClean="0"/>
          </a:p>
        </p:txBody>
      </p:sp>
      <p:sp>
        <p:nvSpPr>
          <p:cNvPr id="2052" name="Rectangle 4"/>
          <p:cNvSpPr>
            <a:spLocks noGrp="1" noChangeArrowheads="1"/>
          </p:cNvSpPr>
          <p:nvPr>
            <p:ph type="subTitle" idx="1"/>
          </p:nvPr>
        </p:nvSpPr>
        <p:spPr>
          <a:xfrm>
            <a:off x="626533" y="2422525"/>
            <a:ext cx="10949517" cy="1752600"/>
          </a:xfrm>
        </p:spPr>
        <p:txBody>
          <a:bodyPr/>
          <a:lstStyle>
            <a:lvl1pPr marL="0" indent="0" algn="ctr">
              <a:buFontTx/>
              <a:buNone/>
              <a:defRPr>
                <a:solidFill>
                  <a:schemeClr val="bg1"/>
                </a:solidFill>
              </a:defRPr>
            </a:lvl1pPr>
          </a:lstStyle>
          <a:p>
            <a:pPr lvl="0"/>
            <a:r>
              <a:rPr lang="en-US" altLang="zh-CN" noProof="0" smtClean="0"/>
              <a:t>Click to edit Master subtitle style</a:t>
            </a:r>
            <a:endParaRPr lang="en-US" altLang="zh-CN" noProof="0" smtClean="0"/>
          </a:p>
        </p:txBody>
      </p:sp>
      <p:sp>
        <p:nvSpPr>
          <p:cNvPr id="9" name="Rectangle 5"/>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1D8BD707-D9CF-40AE-B4C6-C98DA3205C09}" type="datetimeFigureOut">
              <a:rPr lang="en-US"/>
            </a:fld>
            <a:endParaRPr lang="en-US"/>
          </a:p>
        </p:txBody>
      </p:sp>
      <p:sp>
        <p:nvSpPr>
          <p:cNvPr id="10" name="Rectangle 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12700">
              <a:lnSpc>
                <a:spcPts val="1410"/>
              </a:lnSpc>
            </a:pPr>
            <a:r>
              <a:rPr lang="ru-RU" spc="-5"/>
              <a:t>Киберхавфсизлик</a:t>
            </a:r>
            <a:r>
              <a:rPr lang="ru-RU" spc="-50"/>
              <a:t> </a:t>
            </a:r>
            <a:r>
              <a:rPr lang="ru-RU"/>
              <a:t>асослари</a:t>
            </a:r>
            <a:r>
              <a:rPr lang="ru-RU" spc="20"/>
              <a:t> </a:t>
            </a:r>
            <a:r>
              <a:rPr lang="ru-RU" spc="-5"/>
              <a:t>(</a:t>
            </a:r>
            <a:r>
              <a:rPr lang="en-US" spc="-5"/>
              <a:t>CSF1316)</a:t>
            </a:r>
            <a:endParaRPr lang="en-US" spc="-5" dirty="0"/>
          </a:p>
        </p:txBody>
      </p:sp>
      <p:sp>
        <p:nvSpPr>
          <p:cNvPr id="11" name="Rectangle 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B6F15528-21DE-4FAA-801E-634DDDAF4B2B}" type="slidenum">
              <a:rPr/>
            </a:fld>
            <a:endParaRPr/>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Замещающая дата 3"/>
          <p:cNvSpPr>
            <a:spLocks noGrp="1"/>
          </p:cNvSpPr>
          <p:nvPr>
            <p:ph type="dt" sz="half" idx="10"/>
          </p:nvPr>
        </p:nvSpPr>
        <p:spPr/>
        <p:txBody>
          <a:bodyPr/>
          <a:p>
            <a:fld id="{1D8BD707-D9CF-40AE-B4C6-C98DA3205C09}" type="datetimeFigureOut">
              <a:rPr lang="en-US"/>
            </a:fld>
            <a:endParaRPr lang="en-US"/>
          </a:p>
        </p:txBody>
      </p:sp>
      <p:sp>
        <p:nvSpPr>
          <p:cNvPr id="5" name="Замещающий нижний колонтитул 4"/>
          <p:cNvSpPr>
            <a:spLocks noGrp="1"/>
          </p:cNvSpPr>
          <p:nvPr>
            <p:ph type="ftr" sz="quarter" idx="11"/>
          </p:nvPr>
        </p:nvSpPr>
        <p:spPr/>
        <p:txBody>
          <a:bodyPr/>
          <a:p>
            <a:pPr marL="12700">
              <a:lnSpc>
                <a:spcPts val="1410"/>
              </a:lnSpc>
            </a:pPr>
            <a:r>
              <a:rPr lang="ru-RU" spc="-5"/>
              <a:t>Киберхавфсизлик</a:t>
            </a:r>
            <a:r>
              <a:rPr lang="ru-RU" spc="-50"/>
              <a:t> </a:t>
            </a:r>
            <a:r>
              <a:rPr lang="ru-RU"/>
              <a:t>асослари</a:t>
            </a:r>
            <a:r>
              <a:rPr lang="ru-RU" spc="20"/>
              <a:t> </a:t>
            </a:r>
            <a:r>
              <a:rPr lang="ru-RU" spc="-5"/>
              <a:t>(</a:t>
            </a:r>
            <a:r>
              <a:rPr lang="en-US" spc="-5"/>
              <a:t>CSF1316)</a:t>
            </a:r>
            <a:endParaRPr lang="en-US" spc="-5" dirty="0"/>
          </a:p>
        </p:txBody>
      </p:sp>
      <p:sp>
        <p:nvSpPr>
          <p:cNvPr id="6" name="Замещающий номер слайда 5"/>
          <p:cNvSpPr>
            <a:spLocks noGrp="1"/>
          </p:cNvSpPr>
          <p:nvPr>
            <p:ph type="sldNum" sz="quarter" idx="12"/>
          </p:nvPr>
        </p:nvSpPr>
        <p:spPr/>
        <p:txBody>
          <a:bodyPr/>
          <a:p>
            <a:fld id="{B6F15528-21DE-4FAA-801E-634DDDAF4B2B}" type="slidenum">
              <a:rPr/>
            </a:fld>
            <a:endParaRPr/>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Замещающая дата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Замещающий нижний колонтитул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Замещающий номер слайда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97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Замещающая дата 4"/>
          <p:cNvSpPr>
            <a:spLocks noGrp="1"/>
          </p:cNvSpPr>
          <p:nvPr>
            <p:ph type="dt" sz="half" idx="10"/>
          </p:nvPr>
        </p:nvSpPr>
        <p:spPr/>
        <p:txBody>
          <a:bodyPr/>
          <a:p>
            <a:fld id="{1D8BD707-D9CF-40AE-B4C6-C98DA3205C09}" type="datetimeFigureOut">
              <a:rPr lang="en-US"/>
            </a:fld>
            <a:endParaRPr lang="en-US"/>
          </a:p>
        </p:txBody>
      </p:sp>
      <p:sp>
        <p:nvSpPr>
          <p:cNvPr id="6" name="Замещающий нижний колонтитул 5"/>
          <p:cNvSpPr>
            <a:spLocks noGrp="1"/>
          </p:cNvSpPr>
          <p:nvPr>
            <p:ph type="ftr" sz="quarter" idx="11"/>
          </p:nvPr>
        </p:nvSpPr>
        <p:spPr/>
        <p:txBody>
          <a:bodyPr/>
          <a:p>
            <a:pPr marL="12700">
              <a:lnSpc>
                <a:spcPts val="1410"/>
              </a:lnSpc>
            </a:pPr>
            <a:r>
              <a:rPr lang="ru-RU" spc="-5"/>
              <a:t>Киберхавфсизлик</a:t>
            </a:r>
            <a:r>
              <a:rPr lang="ru-RU" spc="-50"/>
              <a:t> </a:t>
            </a:r>
            <a:r>
              <a:rPr lang="ru-RU"/>
              <a:t>асослари</a:t>
            </a:r>
            <a:r>
              <a:rPr lang="ru-RU" spc="20"/>
              <a:t> </a:t>
            </a:r>
            <a:r>
              <a:rPr lang="ru-RU" spc="-5"/>
              <a:t>(</a:t>
            </a:r>
            <a:r>
              <a:rPr lang="en-US" spc="-5"/>
              <a:t>CSF1316)</a:t>
            </a:r>
            <a:endParaRPr lang="en-US" spc="-5" dirty="0"/>
          </a:p>
        </p:txBody>
      </p:sp>
      <p:sp>
        <p:nvSpPr>
          <p:cNvPr id="7" name="Замещающий номер слайда 6"/>
          <p:cNvSpPr>
            <a:spLocks noGrp="1"/>
          </p:cNvSpPr>
          <p:nvPr>
            <p:ph type="sldNum" sz="quarter" idx="12"/>
          </p:nvPr>
        </p:nvSpPr>
        <p:spPr/>
        <p:txBody>
          <a:bodyPr/>
          <a:p>
            <a:fld id="{B6F15528-21DE-4FAA-801E-634DDDAF4B2B}" type="slidenum">
              <a:rPr/>
            </a:fld>
            <a:endParaRPr/>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40317" y="2505075"/>
            <a:ext cx="5158316"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Замещающая дата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8" name="Замещающий нижний колонтитул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9" name="Замещающий номер слайда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Замещающая дата 2"/>
          <p:cNvSpPr>
            <a:spLocks noGrp="1"/>
          </p:cNvSpPr>
          <p:nvPr>
            <p:ph type="dt" sz="half" idx="10"/>
          </p:nvPr>
        </p:nvSpPr>
        <p:spPr/>
        <p:txBody>
          <a:bodyPr/>
          <a:p>
            <a:fld id="{1D8BD707-D9CF-40AE-B4C6-C98DA3205C09}" type="datetimeFigureOut">
              <a:rPr lang="en-US"/>
            </a:fld>
            <a:endParaRPr lang="en-US"/>
          </a:p>
        </p:txBody>
      </p:sp>
      <p:sp>
        <p:nvSpPr>
          <p:cNvPr id="4" name="Замещающий нижний колонтитул 3"/>
          <p:cNvSpPr>
            <a:spLocks noGrp="1"/>
          </p:cNvSpPr>
          <p:nvPr>
            <p:ph type="ftr" sz="quarter" idx="11"/>
          </p:nvPr>
        </p:nvSpPr>
        <p:spPr/>
        <p:txBody>
          <a:bodyPr/>
          <a:p>
            <a:pPr marL="12700">
              <a:lnSpc>
                <a:spcPts val="1410"/>
              </a:lnSpc>
            </a:pPr>
            <a:r>
              <a:rPr lang="ru-RU" spc="-5"/>
              <a:t>Киберхавфсизлик</a:t>
            </a:r>
            <a:r>
              <a:rPr lang="ru-RU" spc="-50"/>
              <a:t> </a:t>
            </a:r>
            <a:r>
              <a:rPr lang="ru-RU"/>
              <a:t>асослари</a:t>
            </a:r>
            <a:r>
              <a:rPr lang="ru-RU" spc="20"/>
              <a:t> </a:t>
            </a:r>
            <a:r>
              <a:rPr lang="ru-RU" spc="-5"/>
              <a:t>(</a:t>
            </a:r>
            <a:r>
              <a:rPr lang="en-US" spc="-5"/>
              <a:t>CSF1316)</a:t>
            </a:r>
            <a:endParaRPr lang="en-US" spc="-5" dirty="0"/>
          </a:p>
        </p:txBody>
      </p:sp>
      <p:sp>
        <p:nvSpPr>
          <p:cNvPr id="5" name="Замещающий номер слайда 4"/>
          <p:cNvSpPr>
            <a:spLocks noGrp="1"/>
          </p:cNvSpPr>
          <p:nvPr>
            <p:ph type="sldNum" sz="quarter" idx="12"/>
          </p:nvPr>
        </p:nvSpPr>
        <p:spPr/>
        <p:txBody>
          <a:bodyPr/>
          <a:p>
            <a:fld id="{B6F15528-21DE-4FAA-801E-634DDDAF4B2B}" type="slidenum">
              <a:rPr/>
            </a:fld>
            <a:endParaRPr/>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Замещающая дата 1"/>
          <p:cNvSpPr>
            <a:spLocks noGrp="1"/>
          </p:cNvSpPr>
          <p:nvPr>
            <p:ph type="dt" sz="half" idx="10"/>
          </p:nvPr>
        </p:nvSpPr>
        <p:spPr/>
        <p:txBody>
          <a:bodyPr/>
          <a:p>
            <a:fld id="{1D8BD707-D9CF-40AE-B4C6-C98DA3205C09}" type="datetimeFigureOut">
              <a:rPr lang="en-US"/>
            </a:fld>
            <a:endParaRPr lang="en-US"/>
          </a:p>
        </p:txBody>
      </p:sp>
      <p:sp>
        <p:nvSpPr>
          <p:cNvPr id="3" name="Замещающий нижний колонтитул 2"/>
          <p:cNvSpPr>
            <a:spLocks noGrp="1"/>
          </p:cNvSpPr>
          <p:nvPr>
            <p:ph type="ftr" sz="quarter" idx="11"/>
          </p:nvPr>
        </p:nvSpPr>
        <p:spPr/>
        <p:txBody>
          <a:bodyPr/>
          <a:p>
            <a:pPr marL="12700">
              <a:lnSpc>
                <a:spcPts val="1410"/>
              </a:lnSpc>
            </a:pPr>
            <a:r>
              <a:rPr lang="ru-RU" spc="-5"/>
              <a:t>Киберхавфсизлик</a:t>
            </a:r>
            <a:r>
              <a:rPr lang="ru-RU" spc="-50"/>
              <a:t> </a:t>
            </a:r>
            <a:r>
              <a:rPr lang="ru-RU"/>
              <a:t>асослари</a:t>
            </a:r>
            <a:r>
              <a:rPr lang="ru-RU" spc="20"/>
              <a:t> </a:t>
            </a:r>
            <a:r>
              <a:rPr lang="ru-RU" spc="-5"/>
              <a:t>(</a:t>
            </a:r>
            <a:r>
              <a:rPr lang="en-US" spc="-5"/>
              <a:t>CSF1316)</a:t>
            </a:r>
            <a:endParaRPr lang="en-US" spc="-5" dirty="0"/>
          </a:p>
        </p:txBody>
      </p:sp>
      <p:sp>
        <p:nvSpPr>
          <p:cNvPr id="4" name="Замещающий номер слайда 3"/>
          <p:cNvSpPr>
            <a:spLocks noGrp="1"/>
          </p:cNvSpPr>
          <p:nvPr>
            <p:ph type="sldNum" sz="quarter" idx="12"/>
          </p:nvPr>
        </p:nvSpPr>
        <p:spPr/>
        <p:txBody>
          <a:bodyPr/>
          <a:p>
            <a:fld id="{B6F15528-21DE-4FAA-801E-634DDDAF4B2B}" type="slidenum">
              <a:rPr/>
            </a:fld>
            <a:endParaRPr/>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Замещающая дата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Замещающий нижний колонтитул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7" name="Замещающий номер слайда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Замещающая дата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Замещающий нижний колонтитул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7" name="Замещающий номер слайда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Замещающая дата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Замещающий нижний колонтитул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Замещающий номер слайда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90500"/>
            <a:ext cx="2743200" cy="59372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190500"/>
            <a:ext cx="8026400" cy="593725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Замещающая дата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Замещающий нижний колонтитул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Замещающий номер слайда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9"/>
          <p:cNvPicPr>
            <a:picLocks noChangeAspect="1"/>
          </p:cNvPicPr>
          <p:nvPr/>
        </p:nvPicPr>
        <p:blipFill>
          <a:blip r:embed="rId12"/>
          <a:stretch>
            <a:fillRect/>
          </a:stretch>
        </p:blipFill>
        <p:spPr>
          <a:xfrm>
            <a:off x="0" y="0"/>
            <a:ext cx="12208933" cy="6858000"/>
          </a:xfrm>
          <a:prstGeom prst="rect">
            <a:avLst/>
          </a:prstGeom>
          <a:noFill/>
          <a:ln w="9525">
            <a:noFill/>
          </a:ln>
        </p:spPr>
      </p:pic>
      <p:sp>
        <p:nvSpPr>
          <p:cNvPr id="1027" name="Rectangle 3"/>
          <p:cNvSpPr>
            <a:spLocks noGrp="1"/>
          </p:cNvSpPr>
          <p:nvPr>
            <p:ph type="title"/>
          </p:nvPr>
        </p:nvSpPr>
        <p:spPr>
          <a:xfrm>
            <a:off x="609600" y="190500"/>
            <a:ext cx="10972800" cy="582613"/>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8" name="Rectangle 4"/>
          <p:cNvSpPr>
            <a:spLocks noGrp="1"/>
          </p:cNvSpPr>
          <p:nvPr>
            <p:ph type="body" idx="1"/>
          </p:nvPr>
        </p:nvSpPr>
        <p:spPr>
          <a:xfrm>
            <a:off x="609600" y="1174750"/>
            <a:ext cx="10972800" cy="49530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1D8BD707-D9CF-40AE-B4C6-C98DA3205C09}" type="datetimeFigureOut">
              <a:rPr lang="en-US"/>
            </a:fld>
            <a:endParaRPr lang="en-US"/>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pPr marL="12700">
              <a:lnSpc>
                <a:spcPts val="1410"/>
              </a:lnSpc>
            </a:pPr>
            <a:r>
              <a:rPr lang="ru-RU" spc="-5"/>
              <a:t>Киберхавфсизлик</a:t>
            </a:r>
            <a:r>
              <a:rPr lang="ru-RU" spc="-50"/>
              <a:t> </a:t>
            </a:r>
            <a:r>
              <a:rPr lang="ru-RU"/>
              <a:t>асослари</a:t>
            </a:r>
            <a:r>
              <a:rPr lang="ru-RU" spc="20"/>
              <a:t> </a:t>
            </a:r>
            <a:r>
              <a:rPr lang="ru-RU" spc="-5"/>
              <a:t>(</a:t>
            </a:r>
            <a:r>
              <a:rPr lang="en-US" spc="-5"/>
              <a:t>CSF1316)</a:t>
            </a:r>
            <a:endParaRPr lang="en-US" spc="-5" dirty="0"/>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1371600"/>
            <a:ext cx="12192000" cy="3082909"/>
          </a:xfrm>
          <a:custGeom>
            <a:avLst/>
            <a:gdLst/>
            <a:ahLst/>
            <a:cxnLst/>
            <a:rect l="l" t="t" r="r" b="b"/>
            <a:pathLst>
              <a:path w="9144000" h="1905000">
                <a:moveTo>
                  <a:pt x="9144000" y="0"/>
                </a:moveTo>
                <a:lnTo>
                  <a:pt x="0" y="0"/>
                </a:lnTo>
                <a:lnTo>
                  <a:pt x="0" y="1905000"/>
                </a:lnTo>
                <a:lnTo>
                  <a:pt x="9144000" y="1905000"/>
                </a:lnTo>
                <a:lnTo>
                  <a:pt x="9144000" y="0"/>
                </a:lnTo>
                <a:close/>
              </a:path>
            </a:pathLst>
          </a:custGeom>
          <a:solidFill>
            <a:srgbClr val="DBEEF4"/>
          </a:solidFill>
        </p:spPr>
        <p:txBody>
          <a:bodyPr wrap="square" lIns="0" tIns="0" rIns="0" bIns="0" rtlCol="0"/>
          <a:lstStyle/>
          <a:p>
            <a:endParaRPr dirty="0"/>
          </a:p>
        </p:txBody>
      </p:sp>
      <p:sp>
        <p:nvSpPr>
          <p:cNvPr id="4" name="object 3"/>
          <p:cNvSpPr txBox="1"/>
          <p:nvPr/>
        </p:nvSpPr>
        <p:spPr>
          <a:xfrm>
            <a:off x="6553200" y="5448300"/>
            <a:ext cx="5051679" cy="434221"/>
          </a:xfrm>
          <a:prstGeom prst="rect">
            <a:avLst/>
          </a:prstGeom>
        </p:spPr>
        <p:txBody>
          <a:bodyPr vert="horz" wrap="square" lIns="0" tIns="12700" rIns="0" bIns="0" rtlCol="0">
            <a:spAutoFit/>
          </a:bodyPr>
          <a:lstStyle/>
          <a:p>
            <a:pPr marL="163195" marR="5080" indent="-151130">
              <a:lnSpc>
                <a:spcPct val="120000"/>
              </a:lnSpc>
              <a:spcBef>
                <a:spcPts val="100"/>
              </a:spcBef>
            </a:pPr>
            <a:r>
              <a:rPr lang="en-US" sz="2000" spc="-10" dirty="0">
                <a:solidFill>
                  <a:srgbClr val="252525"/>
                </a:solidFill>
                <a:latin typeface="Times New Roman" panose="02020603050405020304"/>
                <a:cs typeface="Times New Roman" panose="02020603050405020304"/>
              </a:rPr>
              <a:t>	</a:t>
            </a:r>
            <a:r>
              <a:rPr lang="en-US" sz="2500" spc="-10" dirty="0">
                <a:solidFill>
                  <a:srgbClr val="252525"/>
                </a:solidFill>
                <a:latin typeface="Times New Roman" panose="02020603050405020304"/>
                <a:cs typeface="Times New Roman" panose="02020603050405020304"/>
              </a:rPr>
              <a:t>Bajardi: </a:t>
            </a:r>
            <a:r>
              <a:rPr lang="en-US" sz="2500" spc="-10" dirty="0" err="1">
                <a:solidFill>
                  <a:srgbClr val="252525"/>
                </a:solidFill>
                <a:latin typeface="Times New Roman" panose="02020603050405020304"/>
                <a:cs typeface="Times New Roman" panose="02020603050405020304"/>
              </a:rPr>
              <a:t>Mamayusufova</a:t>
            </a:r>
            <a:r>
              <a:rPr lang="en-US" sz="2500" spc="-10" dirty="0">
                <a:solidFill>
                  <a:srgbClr val="252525"/>
                </a:solidFill>
                <a:latin typeface="Times New Roman" panose="02020603050405020304"/>
                <a:cs typeface="Times New Roman" panose="02020603050405020304"/>
              </a:rPr>
              <a:t> Tursunxon</a:t>
            </a:r>
            <a:endParaRPr sz="2500" dirty="0">
              <a:latin typeface="Times New Roman" panose="02020603050405020304"/>
              <a:cs typeface="Times New Roman" panose="02020603050405020304"/>
            </a:endParaRPr>
          </a:p>
        </p:txBody>
      </p:sp>
      <p:sp>
        <p:nvSpPr>
          <p:cNvPr id="6" name="object 3"/>
          <p:cNvSpPr txBox="1">
            <a:spLocks noGrp="1"/>
          </p:cNvSpPr>
          <p:nvPr>
            <p:ph type="title"/>
          </p:nvPr>
        </p:nvSpPr>
        <p:spPr>
          <a:xfrm>
            <a:off x="1371600" y="2045188"/>
            <a:ext cx="9753600" cy="1242695"/>
          </a:xfrm>
          <a:prstGeom prst="rect">
            <a:avLst/>
          </a:prstGeom>
        </p:spPr>
        <p:txBody>
          <a:bodyPr vert="horz" wrap="square" lIns="0" tIns="12065" rIns="0" bIns="0" rtlCol="0">
            <a:spAutoFit/>
          </a:bodyPr>
          <a:lstStyle/>
          <a:p>
            <a:pPr marL="12700" algn="ctr">
              <a:lnSpc>
                <a:spcPct val="100000"/>
              </a:lnSpc>
              <a:spcBef>
                <a:spcPts val="95"/>
              </a:spcBef>
            </a:pPr>
            <a:r>
              <a:rPr lang="en-US" sz="4000" spc="-10" dirty="0"/>
              <a:t>1-amaliy</a:t>
            </a:r>
            <a:br>
              <a:rPr lang="en-US" sz="4000" dirty="0"/>
            </a:br>
            <a:r>
              <a:rPr lang="en-US" sz="4000" dirty="0" err="1"/>
              <a:t>Mavzu</a:t>
            </a:r>
            <a:r>
              <a:rPr lang="en-US" sz="4000"/>
              <a:t>: </a:t>
            </a:r>
            <a:r>
              <a:rPr lang="en-US" altLang="ru-RU" sz="4000" dirty="0"/>
              <a:t>Photoshop dasturi va unda ishlash</a:t>
            </a:r>
            <a:endParaRPr lang="en-US" altLang="ru-RU" sz="4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418332" y="228600"/>
            <a:ext cx="5355335" cy="553998"/>
          </a:xfrm>
        </p:spPr>
        <p:txBody>
          <a:bodyPr/>
          <a:lstStyle/>
          <a:p>
            <a:pPr algn="ctr"/>
            <a:r>
              <a:rPr lang="en-US" dirty="0" err="1"/>
              <a:t>Topshiriq</a:t>
            </a:r>
            <a:r>
              <a:rPr lang="en-US" dirty="0"/>
              <a:t>:</a:t>
            </a:r>
            <a:endParaRPr lang="ru-RU" dirty="0"/>
          </a:p>
        </p:txBody>
      </p:sp>
      <p:sp>
        <p:nvSpPr>
          <p:cNvPr id="3" name="Текст 2"/>
          <p:cNvSpPr>
            <a:spLocks noGrp="1"/>
          </p:cNvSpPr>
          <p:nvPr>
            <p:ph type="body" idx="1"/>
          </p:nvPr>
        </p:nvSpPr>
        <p:spPr>
          <a:xfrm>
            <a:off x="1295400" y="1676400"/>
            <a:ext cx="8001000" cy="2971800"/>
          </a:xfrm>
        </p:spPr>
        <p:txBody>
          <a:bodyPr/>
          <a:lstStyle/>
          <a:p>
            <a:pPr>
              <a:lnSpc>
                <a:spcPct val="150000"/>
              </a:lnSpc>
            </a:pPr>
            <a:r>
              <a:rPr lang="en-US" altLang="ru-RU" sz="2000" dirty="0"/>
              <a:t>1. Photoshop dasturi va unda ishlash.</a:t>
            </a:r>
            <a:endParaRPr lang="en-US" altLang="ru-RU" sz="2000" dirty="0"/>
          </a:p>
          <a:p>
            <a:pPr>
              <a:lnSpc>
                <a:spcPct val="150000"/>
              </a:lnSpc>
            </a:pPr>
            <a:r>
              <a:rPr lang="en-US" altLang="ru-RU" sz="2000" dirty="0"/>
              <a:t>2. Ranglar bilan ishlash. RGB, CMY, HSV rang sistemalari.</a:t>
            </a:r>
            <a:endParaRPr lang="en-US" altLang="ru-RU" sz="2000" dirty="0"/>
          </a:p>
          <a:p>
            <a:pPr>
              <a:lnSpc>
                <a:spcPct val="150000"/>
              </a:lnSpc>
            </a:pPr>
            <a:r>
              <a:rPr lang="en-US" altLang="ru-RU" sz="2000" dirty="0"/>
              <a:t>3. Photoshop dasturida sloylar bilan ishlash (Adobe Photoshopda oddiy dizayn va soyalarbilan ishlash (2 ta tasvir yoki dizaynni olib biridan ikkinchisiga o'kazish va moslash kerak. Masalan, Kastyum kiydirish yoki biror bir sayt dizaynini yataishda boshqa joydan tayyor dizaynni olib qo'yish kabi ishlar bilan ishlash).</a:t>
            </a:r>
            <a:br>
              <a:rPr lang="en-US" sz="2000" dirty="0"/>
            </a:br>
            <a:br>
              <a:rPr lang="en-US" sz="2000" dirty="0"/>
            </a:br>
            <a:br>
              <a:rPr lang="en-US" sz="2000" dirty="0"/>
            </a:br>
            <a:endParaRPr lang="en-US" altLang="ru-RU" sz="2000" b="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Изображение 2"/>
          <p:cNvPicPr>
            <a:picLocks noChangeAspect="1"/>
          </p:cNvPicPr>
          <p:nvPr/>
        </p:nvPicPr>
        <p:blipFill>
          <a:blip r:embed="rId1"/>
          <a:stretch>
            <a:fillRect/>
          </a:stretch>
        </p:blipFill>
        <p:spPr>
          <a:xfrm>
            <a:off x="533400" y="381000"/>
            <a:ext cx="10678160" cy="598868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Изображение 1"/>
          <p:cNvPicPr>
            <a:picLocks noChangeAspect="1"/>
          </p:cNvPicPr>
          <p:nvPr/>
        </p:nvPicPr>
        <p:blipFill>
          <a:blip r:embed="rId1"/>
          <a:stretch>
            <a:fillRect/>
          </a:stretch>
        </p:blipFill>
        <p:spPr>
          <a:xfrm>
            <a:off x="1371600" y="609600"/>
            <a:ext cx="9359265" cy="583819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Изображение 3"/>
          <p:cNvPicPr>
            <a:picLocks noChangeAspect="1"/>
          </p:cNvPicPr>
          <p:nvPr/>
        </p:nvPicPr>
        <p:blipFill>
          <a:blip r:embed="rId1"/>
          <a:stretch>
            <a:fillRect/>
          </a:stretch>
        </p:blipFill>
        <p:spPr>
          <a:xfrm>
            <a:off x="609600" y="533400"/>
            <a:ext cx="9966325" cy="579564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Изображение 3"/>
          <p:cNvPicPr>
            <a:picLocks noChangeAspect="1"/>
          </p:cNvPicPr>
          <p:nvPr/>
        </p:nvPicPr>
        <p:blipFill>
          <a:blip r:embed="rId1"/>
          <a:stretch>
            <a:fillRect/>
          </a:stretch>
        </p:blipFill>
        <p:spPr>
          <a:xfrm>
            <a:off x="762000" y="533400"/>
            <a:ext cx="10929620" cy="581279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18333" y="2203132"/>
            <a:ext cx="5355335" cy="1120820"/>
          </a:xfrm>
          <a:prstGeom prst="rect">
            <a:avLst/>
          </a:prstGeom>
        </p:spPr>
        <p:txBody>
          <a:bodyPr vert="horz" wrap="square" lIns="0" tIns="12700" rIns="0" bIns="0" rtlCol="0">
            <a:spAutoFit/>
          </a:bodyPr>
          <a:lstStyle/>
          <a:p>
            <a:pPr marL="1493520" marR="5080" indent="-1480185">
              <a:spcBef>
                <a:spcPts val="100"/>
              </a:spcBef>
            </a:pPr>
            <a:r>
              <a:rPr lang="en-US" spc="-10" dirty="0"/>
              <a:t>E’TIBORINGIZ UCHUN RAHMAT</a:t>
            </a:r>
            <a:r>
              <a:rPr spc="-90" dirty="0"/>
              <a:t>!!!</a:t>
            </a:r>
            <a:endParaRPr spc="-90" dirty="0"/>
          </a:p>
        </p:txBody>
      </p:sp>
    </p:spTree>
  </p:cSld>
  <p:clrMapOvr>
    <a:masterClrMapping/>
  </p:clrMapOvr>
</p:sld>
</file>

<file path=ppt/theme/theme1.xml><?xml version="1.0" encoding="utf-8"?>
<a:theme xmlns:a="http://schemas.openxmlformats.org/drawingml/2006/main" name="Blue Waves">
  <a:themeElements>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fontScheme name="Blue Wav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Blue Wav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ue Wav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ue Wav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ue Wav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ue Wav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ue Wav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ue Wav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ue Wav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ue Wav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ue Wav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ue Wav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ue Wav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534</Words>
  <Application>WPS Presentation</Application>
  <PresentationFormat>Widescreen</PresentationFormat>
  <Paragraphs>12</Paragraphs>
  <Slides>7</Slides>
  <Notes>4</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7</vt:i4>
      </vt:variant>
    </vt:vector>
  </HeadingPairs>
  <TitlesOfParts>
    <vt:vector size="16" baseType="lpstr">
      <vt:lpstr>Arial</vt:lpstr>
      <vt:lpstr>SimSun</vt:lpstr>
      <vt:lpstr>Wingdings</vt:lpstr>
      <vt:lpstr>Times New Roman</vt:lpstr>
      <vt:lpstr>Times New Roman</vt:lpstr>
      <vt:lpstr>Calibri</vt:lpstr>
      <vt:lpstr>Microsoft YaHei</vt:lpstr>
      <vt:lpstr>Arial Unicode MS</vt:lpstr>
      <vt:lpstr>Blue Waves</vt:lpstr>
      <vt:lpstr>1-laboratoriya Mavzu: Grafik dizayn asoslari</vt:lpstr>
      <vt:lpstr>Topshiriq:</vt:lpstr>
      <vt:lpstr>PowerPoint 演示文稿</vt:lpstr>
      <vt:lpstr>PowerPoint 演示文稿</vt:lpstr>
      <vt:lpstr>PowerPoint 演示文稿</vt:lpstr>
      <vt:lpstr>PowerPoint 演示文稿</vt:lpstr>
      <vt:lpstr>E’TIBORINGIZ UCHUN RAHMAT!!!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Lecture1:Introduction</dc:title>
  <dc:creator>Fayzi Bekkamov</dc:creator>
  <cp:keywords>KJT</cp:keywords>
  <cp:lastModifiedBy>student</cp:lastModifiedBy>
  <cp:revision>83</cp:revision>
  <dcterms:created xsi:type="dcterms:W3CDTF">2021-10-03T16:29:00Z</dcterms:created>
  <dcterms:modified xsi:type="dcterms:W3CDTF">2026-02-06T06:53:14Z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2019-09-27T05:00:00Z</vt:filetime>
  </property>
  <property fmtid="{D5CDD505-2E9C-101B-9397-08002B2CF9AE}" pid="3" name="Creator">
    <vt:lpwstr>Acrobat PDFMaker 11 for PowerPoint</vt:lpwstr>
  </property>
  <property fmtid="{D5CDD505-2E9C-101B-9397-08002B2CF9AE}" pid="4" name="LastSaved">
    <vt:filetime>2021-10-03T05:00:00Z</vt:filetime>
  </property>
  <property fmtid="{D5CDD505-2E9C-101B-9397-08002B2CF9AE}" pid="5" name="ICV">
    <vt:lpwstr>E2253AF7F049439E97882EBB84A8AB03_13</vt:lpwstr>
  </property>
  <property fmtid="{D5CDD505-2E9C-101B-9397-08002B2CF9AE}" pid="6" name="KSOProductBuildVer">
    <vt:lpwstr>1049-12.2.0.23196</vt:lpwstr>
  </property>
</Properties>
</file>